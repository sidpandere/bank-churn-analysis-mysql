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 Analysis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project in MySQL | 10,000 customers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Pandere | github.com/SIDpandere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dataset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which customers leave the bank and why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10,000 bank customers (real churn dataset)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credit score, country, gender, age, tenure, balance, products, activity, salary, Exited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MySQL 8, MySQL Workbench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 into a staging table, then build clean customers and lookup tables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checks: row count, nulls, duplicates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to segment by country and age band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to compare segments with overall averages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for risk segmentation, window functions for ranking and trends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Joins: where does churn happen?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churn via customers and geography tables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Age-band churn using a range join on age_bands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by gender cross-view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8046720" cy="1463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9260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g.country, ROUND(100*AVG(c.exited),2) AS churn_pct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geography g ON g.geography_id = c.geography_id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g.country ORDER BY churn_pct DESC;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Subqueries: comparing against the average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High-balance churners: balance above the bank average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churn above the bank-wide rate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counts with above-average churn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check for inactive churners per country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8046720" cy="1280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customer_id, balance FROM customers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exited 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balance &gt; (SELECT AVG(balance) FROM customers);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CTEs: risk segmentation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segments by country, age group and activity status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Multi-CTE query flags segments above the overall churn rate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reusable logic instead of nested queries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8046720" cy="1737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8346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overall AS (SELECT AVG(exited) rate FROM customers),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 AS (SELECT num_products, is_active_member,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AVG(exited) rate FROM customers GROUP BY 1,2)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seg s CROSS JOIN overall 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s.rate &gt; o.rate;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functions: ranking and trends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 order countries by churn rate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ROW_NUMBER: top 3 high-balance churners per country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NTILE: credit score quartiles vs churn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 of churners by tenure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vs country average using PARTITION BY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*, ROW_NUMBER() OVER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PARTITION BY country ORDER BY balance DESC) 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F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churned_customers;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 in 5 customers churned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churns about twice as much as France and Spain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and inactive customers churn more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40-59 and customers with 3-4 products are highest risk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retention campaigns for German customers and the 40-59 age group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inactive members before they leave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product bundles for customers holding 3 or more products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churn rate monthly by segment with these SQL views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github.com/SIDpandere/bank-churn-analysis-mysql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Customer Churn Analysis</dc:title>
  <dc:subject>PptxGenJS Presentation</dc:subject>
  <dc:creator>Siddharth Pandere</dc:creator>
  <cp:lastModifiedBy>Siddharth Pandere</cp:lastModifiedBy>
  <cp:revision>1</cp:revision>
  <dcterms:created xsi:type="dcterms:W3CDTF">2026-10-08T14:08:26Z</dcterms:created>
  <dcterms:modified xsi:type="dcterms:W3CDTF">2026-10-08T14:08:26Z</dcterms:modified>
</cp:coreProperties>
</file>